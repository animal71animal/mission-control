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TORCH LOUNGE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B00"/>
                </a:solidFill>
              </a:defRPr>
            </a:pPr>
            <a:r>
              <a:t>Entertainment Director &amp; Brand Operator</a:t>
            </a:r>
            <a:br/>
            <a:r>
              <a:t>Strategic Partnership Proposal</a:t>
            </a:r>
            <a:br/>
            <a:r>
              <a:t>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PREPARED FOR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Bob, General Manager</a:t>
            </a:r>
          </a:p>
          <a:p>
            <a:pPr>
              <a:defRPr sz="1800">
                <a:solidFill>
                  <a:srgbClr val="C8C8C8"/>
                </a:solidFill>
              </a:defRPr>
            </a:pPr>
            <a:r>
              <a:t>The Torch Lounge (Main St) &amp; Torch 2 (Vista)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Boise, Idaho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PREPARED BY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Eric Mills (ANIMAL)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25-year nightlife operator · DJ · Brand director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ericmills71@gmail.com · +1 (561) 666-2109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914400"/>
            <a:ext cx="45720" cy="5029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More Revenue. Better Experiences. Stronger Brand. Easier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More revenue, better experiences, stronger brand, easier operations — across The Torch (Main) and Torch 2 (Vista)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The Torch is a Best of Boise legacy brand with two locations and a 16-hour daily operation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What's missing is the programming layer: themed entertainment, consistent operating standards, media engine, and in-house A/V expertise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25 years of elite pedigree — Miami, Atlanta, Raleigh; major-market residencies and national-brand experience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Head DJ for multi-venue brands — consistency and scale across locations under one operator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Premium venue credentials — Playboy Mansion, Groove Cruise, high-end private events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Custom lighting scene programming — DMX scenes synchronized to the emotional arc of the music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Most work can be implemented with little to no additional capital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Why Me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35+ Years of Entertainment &amp; Performance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Why Me — 35+ Years of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Event Producer · Show Director · Artist Development · Marketing &amp; Promotion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Audience Engagement · Professional DJ · Radio Personality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25 years elite pedigree — Miami, Atlanta, Raleigh; major-market residencies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Head DJ experience for multi-venue brands — consistency and scale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Premium venue credentials — Playboy Mansion, Groove Cruise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In-house audio/visual engineering — measurable contractor cost reduction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Custom lighting scene programming — DMX synchronized to music emotional arc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Digital rotation &amp; SOP implementation — eliminates backstage friction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Talent request system — weekly structured input improves satisfaction &amp; retention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Late-night industry capture — turns 'after 2 AM' into a high-margin anchor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The Vision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A Club That Always Has Something Happening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The Vision: A Club That Always Has Something Happening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Not a club busy on Friday and Saturday and quiet on Wednesday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Not a club that depends on a single holiday to spike revenue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Every night has a reason to be there — guests return because something different is happening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Entertainer roster gets better every quarter because the system is built to develop talent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Most initiatives can be implemented with little to no additional capital investment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Leverage existing staff, talent, and infrastructure already in place at both locations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About The Torch — What I've Learned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About The Torch — 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Two locations, one operator — Torch at 1826 W Main St (since 1997), Torch 2 at 610 S Vista Ave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16-hour daily operation — doors open 2 PM, close 3 AM (4 PM Sundays)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Industry event cadence — Racktober, Halloween, NYE already prove the audience can be activated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Roll Call on the website — nightly entertainer roster is a public, searchable feature. Infrastructure gold.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Best of Boise branding — strong top-of-funnel recognition. Brand equity is the asset; operating model needs to catch up.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National strip-club market is mature and consolidating — differentiation comes from programming, marketing, and operational discipline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What I See as the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Programming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Middle-of-week programming mostly absent — branded drink nights exist, not backed by themed entertainment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No unified weekly cadence across both venues — each doing its own thing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Media engine is light — second venue and daytime hours not being captured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Only 4–5 signature annual events — calendar has room for headliner nights not tied to holidays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Operational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A/V infrastructure — two locations, 16-hour days, contractor costs are a predictable cost line to attack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No unified weekly programming standard — neither venue operating at full capacity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Roll Call infrastructure exists but isn't being fully leveraged for content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No structured entertainer development or retention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Strategic Pillars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Four Areas Where I Add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I. Revenue &amp; Talent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Theatrical Stage Direction · Late-Night Industry Anchor · Talent Development · Custom Audio Branding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II. Operational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Digital Rotation System · Entertainer Music Collaboration · SOP Infrastructure · Featured Entertainer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III. Brand Media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The Dancer Podcast · In-House Content Capture · Influencer &amp; Street Team · Multi-Sensory In-Club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IV. Technical Asset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Audio Engineering · Lighting Programming · Cost Savings Across Two Venues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I: Revenue &amp; 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Theatrical Stage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Pacing and song choice designed to increase tipping and VIP bookings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Room is a live production — music and lighting match the emotional arc of the night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Naturally encourages guests to stay longer and engage more with VIP offerings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Late-Night Industry Anchor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Captures after-hours industry crowd — bartenders, servers, hospitality workers finishing shifts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Highest-margin window in nightlife — most operators leave it on the table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Both Torch doors open until 3 AM — the asset is already there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Talent Development &amp;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Mentorship and professional standards that act as a magnet for high-quality auditions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Structured weekly music request system gives entertainers a voice without creating chaos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When entertainers feel supported they show up better and stay longer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Custom Audio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Bespoke bottle service drops and showtime intros that drive FOMO and upsells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These are the 'this place feels alive' moments that make VIP experiences memorable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Makes VIP experiences easier to sell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II: Operational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Digital Rotation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Strategic TV placement to display rotation clearly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Eliminates verbal confusion backstage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Keeps stage momentum consistent — energy stays on the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Entertainer Music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Simple, structured weekly system for entertainers to share music preferences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Ensures they feel supported and the club's vibe stays fresh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Pairs with existing Roll Call infrastructure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II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SOP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Standardized DJ training and music programming protocols (DJ Class)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Ensures brand consistency across both locations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Same high-quality guest experience every night, regardless of who's behind the booth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Featured Entertainer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One entertainer per weekend, Friday AND Saturday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Fully produced showcase after midnight — 1–2 rehearsal sessions with me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Fully themed, immersive show experience — builds a roster of headliners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III: Brand Media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The Dancer Podcast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Monthly broadcast positioning The Torch as Boise's definitive adult-entertainment authority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~60 min episodes: entertainer spotlights, behind-the-scenes, DJ interviews, track highlights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Mixcloud primary; Spotify/Apple distribution. Every episode becomes searchable content that drives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In-House Content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Daily Stories + 3–5 posts/week on Instagram, 2–3 videos/week on TikTok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Content pillars: Roll Call previews, Behind the Scenes, Guest Moments, DJ Sets, Influencer Collabs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Content flywheel: every show, every event is a content asset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III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Influencer &amp; Street Team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Tier 1 — Social Influencers: Micro/mid/macro, relationship-first, never require post as condition of access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Tier 2 — Nightlife Insiders: Bouncers, bartenders at neighboring venues — in-person visits, comp nights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Tier 3 — Street Team: Grassroots brand activators — flyers, QR codes, on-the-ground hype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Multi-Sensory In-Club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Nightly Roll Call highlights on in-club screens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Passive VIP menu advertising and branded motion graphics during dead-air moments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Turns downtime into branding moments that keep guests in their seats longer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IV: Technical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Audio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Expert signal chain management and room tuning for maximum VIP clarity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Regular maintenance and equipment longevity programs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Eliminates 'is it the speaker or the song?' complaints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Lighting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Rewriting DMX scenes to sync with the emotional arc of the music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Significantly increases perceived value of the room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Fresh scenes regularly — venue never feels stale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Strategic Pillar IV: Cost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Handling most A/V upkeep in-house across both locations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Fewer calls to outside contractors, less downtime, better experience for guests and entertainers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Two venues × 16-hour daily operation × contractor-call avoidance = one of the most concrete ROI lines on this proposal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The Programming Library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Every Themed Night Is a Fully-Scoped Concept Ready to Plug 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Programming Library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Industry — Service workers, bartenders, entertainers · Drink-special ladder · No cover with paystub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No Limit — Business owners, executives · Poker 7–10 PM · Atmosphere shifts at 10 PM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Lingerie Lounge — Open crowd, sophisticated upscale · Costume-coordinated entertainers · Runway motif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00584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Level Up — Semi-upscale 21–28 crowd · Mario Kart vs. Entertainer on the LED screen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Chicks 'n' Kicks — Sneaker culture, disposable income · Sneaker Trivia · Fresh kicks costuming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Femme Fatale — Glamour-focused · Showtime Showcase at midnight · 2-for-$40 dance special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AFTER DARK — After-hours crowd · Full kitchen past 2 AM · Late-night food revenue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Service workers, bartenders, entertainers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7 PM–3 AM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No-cover with staff ID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The Shift Change whiskey cocktail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Entertainer's choice costuming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No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Business owners, executives, self-employed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Poker 7–10 PM icebreaker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Upscale sensual swinger atmosphere after 10 PM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Pocket Aces double shot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Sleek black/grey/silk costuming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Lingerie Lounge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Open crowd, sophisticated upscale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Victoria's Secret runway meets speakeasy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Cross-promotion with adult retailers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The Teddy white chocolate martini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Teddy/lingerie costuming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Level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Semi-upscale 21–28 crowd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Mario Kart vs. Entertainer on LED screen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Customer wins = 1 free lapdance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Entertainer wins = customer buys 2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The Keg Stand beer tower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Chicks 'n' Kicks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Sneaker culture enthusiasts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Throwbacks pre-2010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Cross-promotion with local sneaker stores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Sneaker Trivia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Sneakertini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Fresh kicks costuming is the whole point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Femme Fatale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Glamour-focused, polish &amp; sophistication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Featured Entertainer showcase Fri &amp; Sat midnight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Showtime at midnight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2-for-$40 dance special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The Femme Fatale dark rum cocktail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AFTER 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After-hours crowd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Guest DJs regularly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Only spot in Boise after 2 AM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Full kitchen serving breakfast specials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Higher cover after 2 AM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Underground vibe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Signature Annual Events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The Spikes That Drive FOMO, Media Coverage &amp; Foot Traffic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Signature Annual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Psycho Circus (Halloween) — Carnival/Freak Show with drummers, aerialists, poi/LED performers, choreographed dancers. Logical upgrade of existing Halloween activation — more theatrical, more shareable.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Tailgate &amp; Touchdown (Labor Day Weekend) — Daytime parking-lot tailgate, beer tubs, food trucks, lawn games, jersey raffles. Party moves inside after dark.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NYE Gala (December 31) — Premium open bar packages, champagne toast at midnight, countdown. Higher cover, VIP tables, formal/cocktail attire.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Valentine's Special (February 14) — Couples packages, singles mingle games, romantic decor, special couples dances and VIP experiences.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00584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St. Patrick's Day (March 17) — Full green decor, Irish whiskey specials, green beer, Shamrock everything. Best green outfit contest.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Blacklight Party (Flexible) — Full UV/blacklight transformation. Neon body paint station, glow sticks, white clothing. Glow-in-the-dark cocktails.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SneakerBall (Major Sports Weekend) — Vendor booths, live art, fashion shows, sneaker culture showcase. Tied to high-traffic media window.</a:t>
            </a:r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• Pole Competition (Flexible) — Multi-round pole dancing competition, amateur and pro divisions, audience + professional scoring. Positions venue as serious platform for athletic performance art.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The Dancer Podcast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The Differentiator Most Operators Either Don't Think About or Can't Execute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The Dancer Podcast — A Signature Media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Monthly broadcast positioning The Torch as Boise's definitive adult-entertainment authority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Episode format (~60 min): Roll Call Spotlight (2–3 entertainers) · Behind the Booth (DJ interview) · Industry Talk · Track Highlight Reel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Website already publishes Roll Call daily — this extends that same data into a monthly audio asset that compounds over 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Mixcloud primary distribution — Spotify and Apple Podcasts available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Every episode becomes searchable content that drives discovery for months after publication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The Torch stops being a place people go and starts being a brand people follow — compounds with every episode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I can execute this. That's the differentiator.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How Success Is Measured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Six Observable KPIs — Not Vibes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KPI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6B00"/>
                </a:solidFill>
              </a:defRPr>
            </a:pPr>
            <a:r>
              <a:t>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0058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6B00"/>
                </a:solidFill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6B00"/>
                </a:solidFill>
              </a:defRPr>
            </a:pPr>
            <a:r>
              <a:t>Measurement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09728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D700"/>
                </a:solidFill>
              </a:defRPr>
            </a:pPr>
            <a:r>
              <a:t>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508760"/>
            <a:ext cx="5943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Night-over-night headcount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50876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Door counts, cover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D700"/>
                </a:solidFill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31720"/>
            <a:ext cx="5943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Bar, cover, and event-driven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3172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POS exports, daily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D700"/>
                </a:solidFill>
              </a:defRPr>
            </a:pPr>
            <a:r>
              <a:t>VIP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54680"/>
            <a:ext cx="5943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Bottle service and premium package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15468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VIP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D700"/>
                </a:solidFill>
              </a:defRPr>
            </a:pPr>
            <a:r>
              <a:t>Guest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77639"/>
            <a:ext cx="5943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Repeat visits and loyalty per quarter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977639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Email/SMS list engagement, return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D700"/>
                </a:solidFill>
              </a:defRPr>
            </a:pPr>
            <a:r>
              <a:t>Entertainer Participation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800600"/>
            <a:ext cx="5943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Show buy-in and 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80060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Roll Call + showtime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D700"/>
                </a:solidFill>
              </a:defRPr>
            </a:pPr>
            <a:r>
              <a:t>Social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623560"/>
            <a:ext cx="5943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Reach, shares, and organic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623560"/>
            <a:ext cx="3657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IG + TikTok analytics, weekly review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Implementation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Test · Measure · Scale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Three-Phase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Phase 1 —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Pilot select events and programming with minimal overhead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Validate what resonates with the audience and what doesn't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Bob and I review together after the first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Phase 2 —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Track the six KPIs against pre-pilot baseline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Identify which concepts are driving movement on the scoreboard</a:t>
            </a:r>
          </a:p>
          <a:p>
            <a:pPr>
              <a:spcBef>
                <a:spcPts val="500"/>
              </a:spcBef>
              <a:defRPr sz="1600">
                <a:solidFill>
                  <a:srgbClr val="FFFFFF"/>
                </a:solidFill>
              </a:defRPr>
            </a:pPr>
            <a:r>
              <a:t>• Compare performance across both locations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Phase 3: Scale +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Phase 3 — Scale: Double down on what works. Expand proven concepts across the calendar with confidence.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Signature Events Calendar becomes the operating target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Phase 1 begins week one. First signature event lands within first 60 days.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Dancer Podcast pilot launches within first 90 days.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This isn't a six-month rollout — it's a 90-day proof of concept with measurable milestones.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Why The Torch Specifically</a:t>
            </a:r>
          </a:p>
          <a:p>
            <a:pPr algn="l">
              <a:defRPr sz="2400">
                <a:solidFill>
                  <a:srgbClr val="FF6B00"/>
                </a:solidFill>
              </a:defRPr>
            </a:pPr>
            <a:r>
              <a:t>Three Reasons It's a Strong Fit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</a:defRPr>
            </a:pPr>
            <a:r>
              <a:t>Why The Torch Specifically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The Roll Call infrastructure exists — most operators have to build the nightly entertainer roster from scratch. The Torch already publishes it. The Dancer Podcast plugs directly into that asset.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Two locations, one operator — my value compounds at scale. Same DJ SOPs, same lighting scenes, same branded drink nights, same marketing engine — implemented once, deployed twice.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• The hours are the lever — 16-hour daily operations, two locations, 365 days a year. Middle-of-week and daytime programming opportunity is significantly larger than at a 9 PM–2 AM single-location venue. This is what I do best — fill the underused hours with programming that sells.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Let's Work Together.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More revenue. Better experiences. Stronger brand. Easier operations.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That's the operating promise.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I'm available for a follow-up conversation at your convenience —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to walk through any of the systems in this document in detail,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scope the Phase 1 pilot together, or answer questions about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how the rollout would land at both locations.</a:t>
            </a:r>
          </a:p>
          <a:p>
            <a:pPr algn="ctr">
              <a:defRPr sz="2400" b="1">
                <a:solidFill>
                  <a:srgbClr val="FF6B00"/>
                </a:solidFill>
              </a:defRPr>
            </a:pPr>
            <a:r>
              <a:t>Eric Mills (ANIMAL)</a:t>
            </a:r>
          </a:p>
          <a:p>
            <a:pPr algn="ctr">
              <a:defRPr sz="1600">
                <a:solidFill>
                  <a:srgbClr val="505050"/>
                </a:solidFill>
              </a:defRPr>
            </a:pPr>
            <a:r>
              <a:t>ericmills71@gmail.com · +1 (561) 666-2109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